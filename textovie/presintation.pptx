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87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D35400"/>
                </a:solidFill>
              </a:defRPr>
            </a:pPr>
            <a:r>
              <a:rPr dirty="0" err="1"/>
              <a:t>ReciPy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>
              <a:defRPr sz="2400">
                <a:solidFill>
                  <a:srgbClr val="5D4037"/>
                </a:solidFill>
              </a:defRPr>
            </a:pPr>
            <a:r>
              <a:rPr lang="ru-RU" sz="3900" dirty="0" smtClean="0"/>
              <a:t>М</a:t>
            </a:r>
            <a:r>
              <a:rPr sz="3900" dirty="0" err="1" smtClean="0"/>
              <a:t>енеджер</a:t>
            </a:r>
            <a:r>
              <a:rPr sz="3900" dirty="0" smtClean="0"/>
              <a:t> </a:t>
            </a:r>
            <a:r>
              <a:rPr lang="ru-RU" sz="3900" dirty="0" smtClean="0"/>
              <a:t> </a:t>
            </a:r>
            <a:r>
              <a:rPr sz="3900" dirty="0" err="1" smtClean="0"/>
              <a:t>рецептов</a:t>
            </a:r>
            <a:endParaRPr sz="3900" dirty="0"/>
          </a:p>
          <a:p>
            <a:endParaRPr dirty="0"/>
          </a:p>
          <a:p>
            <a:r>
              <a:rPr lang="ru-RU" dirty="0" smtClean="0"/>
              <a:t>Малышкин Семен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D35400"/>
                </a:solidFill>
              </a:defRPr>
            </a:pPr>
            <a:r>
              <a:t>О проекте ReciPy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2000" b="1">
                <a:solidFill>
                  <a:srgbClr val="5D4037"/>
                </a:solidFill>
              </a:defRPr>
            </a:pPr>
            <a:r>
              <a:rPr sz="2800" dirty="0" err="1"/>
              <a:t>Локальная</a:t>
            </a:r>
            <a:r>
              <a:rPr sz="2800" dirty="0"/>
              <a:t> </a:t>
            </a:r>
            <a:r>
              <a:rPr sz="2800" dirty="0" err="1"/>
              <a:t>кулинарная</a:t>
            </a:r>
            <a:r>
              <a:rPr sz="2800" dirty="0"/>
              <a:t> </a:t>
            </a:r>
            <a:r>
              <a:rPr sz="2800" dirty="0" err="1"/>
              <a:t>книга</a:t>
            </a:r>
            <a:r>
              <a:rPr sz="2800" dirty="0"/>
              <a:t> с </a:t>
            </a:r>
            <a:r>
              <a:rPr sz="2800" dirty="0" err="1" smtClean="0"/>
              <a:t>поиском</a:t>
            </a:r>
            <a:endParaRPr sz="2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Хранение</a:t>
            </a:r>
            <a:r>
              <a:rPr sz="2800" dirty="0"/>
              <a:t> </a:t>
            </a:r>
            <a:r>
              <a:rPr sz="2800" dirty="0" err="1"/>
              <a:t>рецептов</a:t>
            </a:r>
            <a:r>
              <a:rPr sz="2800" dirty="0"/>
              <a:t> в JSON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Поиск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названию</a:t>
            </a:r>
            <a:r>
              <a:rPr sz="2800" dirty="0"/>
              <a:t> и </a:t>
            </a:r>
            <a:r>
              <a:rPr sz="2800" dirty="0" err="1"/>
              <a:t>категории</a:t>
            </a:r>
            <a:endParaRPr sz="2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Два</a:t>
            </a:r>
            <a:r>
              <a:rPr sz="2800" dirty="0"/>
              <a:t> </a:t>
            </a:r>
            <a:r>
              <a:rPr sz="2800" dirty="0" err="1"/>
              <a:t>окна</a:t>
            </a:r>
            <a:r>
              <a:rPr sz="2800" dirty="0"/>
              <a:t>: </a:t>
            </a:r>
            <a:r>
              <a:rPr sz="2800" dirty="0" err="1"/>
              <a:t>главное</a:t>
            </a:r>
            <a:r>
              <a:rPr sz="2800" dirty="0"/>
              <a:t> + </a:t>
            </a:r>
            <a:r>
              <a:rPr sz="2800" dirty="0" err="1"/>
              <a:t>детализация</a:t>
            </a:r>
            <a:endParaRPr sz="2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800" dirty="0"/>
              <a:t>• UI </a:t>
            </a:r>
            <a:r>
              <a:rPr sz="2800" dirty="0" err="1"/>
              <a:t>через</a:t>
            </a:r>
            <a:r>
              <a:rPr sz="2800" dirty="0"/>
              <a:t> Qt Designer (</a:t>
            </a:r>
            <a:r>
              <a:rPr sz="2800" dirty="0" err="1"/>
              <a:t>встроенные</a:t>
            </a:r>
            <a:r>
              <a:rPr sz="2800" dirty="0"/>
              <a:t> .</a:t>
            </a:r>
            <a:r>
              <a:rPr sz="2800" dirty="0" err="1"/>
              <a:t>ui</a:t>
            </a:r>
            <a:r>
              <a:rPr sz="2800"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Полностью</a:t>
            </a:r>
            <a:r>
              <a:rPr sz="2800" dirty="0"/>
              <a:t> </a:t>
            </a:r>
            <a:r>
              <a:rPr sz="2800" dirty="0" err="1"/>
              <a:t>оффлайн</a:t>
            </a:r>
            <a:endParaRPr sz="2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endParaRPr sz="2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800" dirty="0"/>
              <a:t>«</a:t>
            </a:r>
            <a:r>
              <a:rPr sz="2800" dirty="0" err="1"/>
              <a:t>Кухня</a:t>
            </a:r>
            <a:r>
              <a:rPr sz="2800" dirty="0"/>
              <a:t> </a:t>
            </a:r>
            <a:r>
              <a:rPr sz="2800" dirty="0" err="1"/>
              <a:t>без</a:t>
            </a:r>
            <a:r>
              <a:rPr sz="2800" dirty="0"/>
              <a:t> </a:t>
            </a:r>
            <a:r>
              <a:rPr sz="2800" dirty="0" err="1"/>
              <a:t>интернета</a:t>
            </a:r>
            <a:r>
              <a:rPr sz="2800" dirty="0"/>
              <a:t> — </a:t>
            </a:r>
            <a:r>
              <a:rPr sz="2800" dirty="0" err="1"/>
              <a:t>это</a:t>
            </a:r>
            <a:r>
              <a:rPr sz="2800" dirty="0"/>
              <a:t> </a:t>
            </a:r>
            <a:r>
              <a:rPr sz="2800" dirty="0" err="1"/>
              <a:t>возможно</a:t>
            </a:r>
            <a:r>
              <a:rPr sz="2800" dirty="0"/>
              <a:t>!»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Техническое задание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838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Задача</a:t>
                      </a:r>
                      <a:endParaRPr sz="3200" dirty="0"/>
                    </a:p>
                  </a:txBody>
                  <a:tcPr>
                    <a:solidFill>
                      <a:srgbClr val="F8C4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Решение</a:t>
                      </a:r>
                    </a:p>
                  </a:txBody>
                  <a:tcPr>
                    <a:solidFill>
                      <a:srgbClr val="F8C47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Поиск</a:t>
                      </a:r>
                      <a:endParaRPr sz="3200" dirty="0"/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По</a:t>
                      </a:r>
                      <a:r>
                        <a:rPr sz="3200" dirty="0"/>
                        <a:t> </a:t>
                      </a:r>
                      <a:r>
                        <a:rPr sz="3200" dirty="0" err="1"/>
                        <a:t>названию</a:t>
                      </a:r>
                      <a:r>
                        <a:rPr sz="3200" dirty="0"/>
                        <a:t> и </a:t>
                      </a:r>
                      <a:r>
                        <a:rPr sz="3200" dirty="0" err="1"/>
                        <a:t>категориям</a:t>
                      </a:r>
                      <a:endParaRPr sz="3200" dirty="0"/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Хранение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all_recipes.json</a:t>
                      </a:r>
                      <a:endParaRPr sz="3200" dirty="0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UI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/>
                        <a:t>PyQt6 + </a:t>
                      </a:r>
                      <a:r>
                        <a:rPr sz="3200" dirty="0" err="1"/>
                        <a:t>встроенные</a:t>
                      </a:r>
                      <a:r>
                        <a:rPr sz="3200" dirty="0"/>
                        <a:t> .</a:t>
                      </a:r>
                      <a:r>
                        <a:rPr sz="3200" dirty="0" err="1"/>
                        <a:t>ui</a:t>
                      </a:r>
                      <a:endParaRPr sz="3200" dirty="0"/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Оффлайн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/>
                        <a:t>100% </a:t>
                      </a:r>
                      <a:r>
                        <a:rPr sz="3200" dirty="0" err="1"/>
                        <a:t>локально</a:t>
                      </a:r>
                      <a:endParaRPr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Технологии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Технология</a:t>
                      </a:r>
                      <a:endParaRPr sz="3200" dirty="0"/>
                    </a:p>
                  </a:txBody>
                  <a:tcPr>
                    <a:solidFill>
                      <a:srgbClr val="F8C4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Использование</a:t>
                      </a:r>
                      <a:endParaRPr sz="3200" dirty="0"/>
                    </a:p>
                  </a:txBody>
                  <a:tcPr>
                    <a:solidFill>
                      <a:srgbClr val="F8C47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Python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Логика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PyQt6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GUI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uic.loadUi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Динамическая загрузка .ui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Хранение данных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QListWidget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Списки рецептов и шагов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/>
                        <a:t>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D4037"/>
                          </a:solidFill>
                        </a:defRPr>
                      </a:pPr>
                      <a:r>
                        <a:rPr sz="3200" dirty="0" err="1"/>
                        <a:t>Кнопки</a:t>
                      </a:r>
                      <a:r>
                        <a:rPr sz="3200" dirty="0"/>
                        <a:t> → </a:t>
                      </a:r>
                      <a:r>
                        <a:rPr sz="3200" dirty="0" err="1"/>
                        <a:t>окна</a:t>
                      </a:r>
                      <a:endParaRPr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Архитектура проекта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97630" cy="5111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700" y="190500"/>
            <a:ext cx="8229600" cy="797803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D35400"/>
                </a:solidFill>
              </a:defRPr>
            </a:pPr>
            <a:r>
              <a:rPr lang="ru-RU" dirty="0" smtClean="0"/>
              <a:t>Главная страница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6600" y="988303"/>
            <a:ext cx="10220297" cy="5577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700" y="190500"/>
            <a:ext cx="8229600" cy="797803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D35400"/>
                </a:solidFill>
              </a:defRPr>
            </a:pPr>
            <a:r>
              <a:rPr lang="ru-RU" dirty="0" smtClean="0"/>
              <a:t>Страница с рецептами</a:t>
            </a:r>
            <a:endParaRPr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1501" y="988303"/>
            <a:ext cx="7670799" cy="5472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D35400"/>
                </a:solidFill>
              </a:defRPr>
            </a:pPr>
            <a:r>
              <a:t>Запуск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2000" b="1">
                <a:solidFill>
                  <a:srgbClr val="5D4037"/>
                </a:solidFill>
              </a:defRPr>
            </a:pPr>
            <a:r>
              <a:rPr sz="1800" dirty="0" err="1"/>
              <a:t>Простая</a:t>
            </a:r>
            <a:r>
              <a:rPr sz="1800" dirty="0"/>
              <a:t> </a:t>
            </a:r>
            <a:r>
              <a:rPr sz="1800" dirty="0" err="1"/>
              <a:t>установка</a:t>
            </a:r>
            <a:endParaRPr sz="1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1800" dirty="0" smtClean="0"/>
              <a:t>pip </a:t>
            </a:r>
            <a:r>
              <a:rPr sz="1800" dirty="0"/>
              <a:t>install pyqt6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1800" dirty="0" smtClean="0"/>
              <a:t>python main.py</a:t>
            </a:r>
            <a:endParaRPr lang="ru-RU" sz="1800" dirty="0" smtClean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endParaRPr sz="1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1800" dirty="0" smtClean="0"/>
              <a:t>• </a:t>
            </a:r>
            <a:r>
              <a:rPr sz="1800" dirty="0" err="1"/>
              <a:t>Диск</a:t>
            </a:r>
            <a:r>
              <a:rPr sz="1800" dirty="0"/>
              <a:t>: </a:t>
            </a:r>
            <a:r>
              <a:rPr sz="1800" dirty="0" smtClean="0"/>
              <a:t>~</a:t>
            </a:r>
            <a:r>
              <a:rPr lang="ru-RU" sz="1800" dirty="0" smtClean="0"/>
              <a:t>250</a:t>
            </a:r>
            <a:r>
              <a:rPr sz="1800" dirty="0" smtClean="0"/>
              <a:t> </a:t>
            </a:r>
            <a:r>
              <a:rPr sz="1800" dirty="0"/>
              <a:t>МБ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1800" dirty="0"/>
              <a:t>• RAM: </a:t>
            </a:r>
            <a:r>
              <a:rPr sz="1800" dirty="0" smtClean="0"/>
              <a:t>50–80 </a:t>
            </a:r>
            <a:r>
              <a:rPr sz="1800" dirty="0"/>
              <a:t>МБ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1800" dirty="0"/>
              <a:t>• </a:t>
            </a:r>
            <a:r>
              <a:rPr sz="1800" dirty="0" err="1"/>
              <a:t>Сеть</a:t>
            </a:r>
            <a:r>
              <a:rPr sz="1800" dirty="0"/>
              <a:t>: </a:t>
            </a:r>
            <a:r>
              <a:rPr sz="1800" dirty="0" err="1"/>
              <a:t>не</a:t>
            </a:r>
            <a:r>
              <a:rPr sz="1800" dirty="0"/>
              <a:t> </a:t>
            </a:r>
            <a:r>
              <a:rPr sz="1800" dirty="0" err="1"/>
              <a:t>требуется</a:t>
            </a:r>
            <a:endParaRPr sz="18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1800" dirty="0"/>
              <a:t>• ОС: Windows / Linux / </a:t>
            </a:r>
            <a:r>
              <a:rPr sz="1800" dirty="0" err="1"/>
              <a:t>macOS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D35400"/>
                </a:solidFill>
              </a:defRPr>
            </a:pPr>
            <a:r>
              <a:rPr dirty="0" err="1"/>
              <a:t>Итоги</a:t>
            </a:r>
            <a:r>
              <a:rPr dirty="0"/>
              <a:t> и </a:t>
            </a:r>
            <a:r>
              <a:rPr dirty="0" err="1"/>
              <a:t>развитие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92600"/>
          </a:xfrm>
        </p:spPr>
        <p:txBody>
          <a:bodyPr>
            <a:noAutofit/>
          </a:bodyPr>
          <a:lstStyle/>
          <a:p>
            <a:pPr>
              <a:defRPr sz="2000" b="1">
                <a:solidFill>
                  <a:srgbClr val="5D4037"/>
                </a:solidFill>
              </a:defRPr>
            </a:pPr>
            <a:r>
              <a:rPr lang="en-US" sz="2400" dirty="0" smtClean="0"/>
              <a:t>Beta</a:t>
            </a:r>
            <a:r>
              <a:rPr lang="ru-RU" sz="2400" dirty="0" smtClean="0"/>
              <a:t> версия</a:t>
            </a:r>
            <a:r>
              <a:rPr lang="en-US" sz="2400" dirty="0" smtClean="0"/>
              <a:t> </a:t>
            </a:r>
            <a:r>
              <a:rPr sz="2400" dirty="0" err="1" smtClean="0"/>
              <a:t>готов</a:t>
            </a:r>
            <a:r>
              <a:rPr lang="ru-RU" sz="2400" dirty="0" smtClean="0"/>
              <a:t>а</a:t>
            </a:r>
            <a:r>
              <a:rPr sz="2400" dirty="0" smtClean="0"/>
              <a:t>. </a:t>
            </a:r>
            <a:r>
              <a:rPr sz="2400" dirty="0" err="1"/>
              <a:t>Что</a:t>
            </a:r>
            <a:r>
              <a:rPr sz="2400" dirty="0"/>
              <a:t> </a:t>
            </a:r>
            <a:r>
              <a:rPr sz="2400" dirty="0" err="1"/>
              <a:t>дальше</a:t>
            </a:r>
            <a:r>
              <a:rPr sz="2400" dirty="0"/>
              <a:t>?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 err="1"/>
              <a:t>Готово</a:t>
            </a:r>
            <a:r>
              <a:rPr sz="2400" dirty="0"/>
              <a:t>: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/>
              <a:t>✓ </a:t>
            </a:r>
            <a:r>
              <a:rPr sz="2400" dirty="0" err="1"/>
              <a:t>Поиск</a:t>
            </a:r>
            <a:r>
              <a:rPr sz="2400" dirty="0"/>
              <a:t> </a:t>
            </a:r>
            <a:r>
              <a:rPr sz="2400" dirty="0" err="1"/>
              <a:t>по</a:t>
            </a:r>
            <a:r>
              <a:rPr sz="2400" dirty="0"/>
              <a:t> </a:t>
            </a:r>
            <a:r>
              <a:rPr sz="2400" dirty="0" err="1"/>
              <a:t>названию</a:t>
            </a:r>
            <a:r>
              <a:rPr sz="2400" dirty="0"/>
              <a:t> и </a:t>
            </a:r>
            <a:r>
              <a:rPr sz="2400" dirty="0" err="1"/>
              <a:t>категориям</a:t>
            </a:r>
            <a:endParaRPr sz="24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/>
              <a:t>✓ </a:t>
            </a:r>
            <a:r>
              <a:rPr sz="2400" dirty="0" err="1"/>
              <a:t>Читаемый</a:t>
            </a:r>
            <a:r>
              <a:rPr sz="2400" dirty="0"/>
              <a:t> </a:t>
            </a:r>
            <a:r>
              <a:rPr sz="2400" dirty="0" err="1"/>
              <a:t>вывод</a:t>
            </a:r>
            <a:r>
              <a:rPr sz="2400" dirty="0"/>
              <a:t> </a:t>
            </a:r>
            <a:r>
              <a:rPr sz="2400" dirty="0" err="1"/>
              <a:t>рецептов</a:t>
            </a:r>
            <a:endParaRPr sz="24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/>
              <a:t>✓ </a:t>
            </a:r>
            <a:r>
              <a:rPr sz="2400" dirty="0" err="1"/>
              <a:t>Два</a:t>
            </a:r>
            <a:r>
              <a:rPr sz="2400" dirty="0"/>
              <a:t> </a:t>
            </a:r>
            <a:r>
              <a:rPr sz="2400" dirty="0" err="1"/>
              <a:t>окна</a:t>
            </a:r>
            <a:r>
              <a:rPr sz="2400" dirty="0"/>
              <a:t> с UI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/>
              <a:t>✓ 100% </a:t>
            </a:r>
            <a:r>
              <a:rPr sz="2400" dirty="0" err="1"/>
              <a:t>оффлайн</a:t>
            </a:r>
            <a:endParaRPr sz="24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 err="1" smtClean="0"/>
              <a:t>Планы</a:t>
            </a:r>
            <a:r>
              <a:rPr sz="2400" dirty="0" smtClean="0"/>
              <a:t>:</a:t>
            </a:r>
          </a:p>
          <a:p>
            <a:pPr>
              <a:spcAft>
                <a:spcPts val="600"/>
              </a:spcAft>
              <a:defRPr sz="1600">
                <a:solidFill>
                  <a:srgbClr val="5D4037"/>
                </a:solidFill>
              </a:defRPr>
            </a:pPr>
            <a:r>
              <a:rPr sz="2400" dirty="0" smtClean="0"/>
              <a:t>• </a:t>
            </a:r>
            <a:r>
              <a:rPr sz="2400" dirty="0" err="1" smtClean="0"/>
              <a:t>Экспорт</a:t>
            </a:r>
            <a:r>
              <a:rPr sz="2400" dirty="0" smtClean="0"/>
              <a:t> в PDF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175</Words>
  <Application>Microsoft Office PowerPoint</Application>
  <PresentationFormat>Произвольный</PresentationFormat>
  <Paragraphs>61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ReciPy</vt:lpstr>
      <vt:lpstr>О проекте ReciPy</vt:lpstr>
      <vt:lpstr>Техническое задание</vt:lpstr>
      <vt:lpstr>Технологии</vt:lpstr>
      <vt:lpstr>Архитектура проекта</vt:lpstr>
      <vt:lpstr>Главная страница</vt:lpstr>
      <vt:lpstr>Страница с рецептами</vt:lpstr>
      <vt:lpstr>Запуск</vt:lpstr>
      <vt:lpstr>Итоги и развитие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ReciPy</dc:title>
  <dc:creator>Сергей</dc:creator>
  <dc:description>generated using python-pptx</dc:description>
  <cp:lastModifiedBy>Сергей</cp:lastModifiedBy>
  <cp:revision>8</cp:revision>
  <dcterms:created xsi:type="dcterms:W3CDTF">2013-01-27T09:14:16Z</dcterms:created>
  <dcterms:modified xsi:type="dcterms:W3CDTF">2025-11-09T17:44:26Z</dcterms:modified>
</cp:coreProperties>
</file>